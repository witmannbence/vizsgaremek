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61" r:id="rId5"/>
    <p:sldId id="260" r:id="rId6"/>
    <p:sldId id="259"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29" autoAdjust="0"/>
    <p:restoredTop sz="94660"/>
  </p:normalViewPr>
  <p:slideViewPr>
    <p:cSldViewPr snapToGrid="0">
      <p:cViewPr varScale="1">
        <p:scale>
          <a:sx n="165" d="100"/>
          <a:sy n="165" d="100"/>
        </p:scale>
        <p:origin x="16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hu-HU"/>
              <a:t>Mintacím szerkesztése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hu-HU"/>
              <a:t>Mintacím szerkesztése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hu-HU"/>
              <a:t>Mintacím szerkesztése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141410" y="3073397"/>
            <a:ext cx="4878391" cy="2717801"/>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6172200" y="3073397"/>
            <a:ext cx="4875210" cy="2717801"/>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hu-HU"/>
              <a:t>Mintacím szerkesztése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hu-HU"/>
              <a:t>Mintacím szerkesztése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hu-HU"/>
              <a:t>Mintacím szerkesztése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hu-HU"/>
              <a:t>Kép beszúrásához kattintson az ikonra</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hu-HU"/>
              <a:t>Mintacím szerkesztése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hu-HU"/>
              <a:t>Mintacím szerkesztése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hu-HU"/>
              <a:t>Mintacím szerkesztése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hu-HU"/>
              <a:t>Mintacím szerkesztése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4/6/2025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hu-HU"/>
              <a:t>Mintacím szerkesztése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a:t>Kép beszúrásához kattintson az ikonra</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a:t>Kép beszúrásához kattintson az ikonra</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a:t>Kép beszúrásához kattintson az ikonra</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4/6/2025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hu-HU"/>
              <a:t>Mintacím szerkesztése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4/6/2025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xmlns="" id="{BE4289E4-0D87-4854-B07A-471834ADFEC2}"/>
              </a:ext>
            </a:extLst>
          </p:cNvPr>
          <p:cNvSpPr>
            <a:spLocks noGrp="1"/>
          </p:cNvSpPr>
          <p:nvPr>
            <p:ph type="ctrTitle"/>
          </p:nvPr>
        </p:nvSpPr>
        <p:spPr/>
        <p:txBody>
          <a:bodyPr/>
          <a:lstStyle/>
          <a:p>
            <a:r>
              <a:rPr lang="hu-HU" dirty="0"/>
              <a:t>Time bank</a:t>
            </a:r>
          </a:p>
        </p:txBody>
      </p:sp>
      <p:sp>
        <p:nvSpPr>
          <p:cNvPr id="3" name="Alcím 2">
            <a:extLst>
              <a:ext uri="{FF2B5EF4-FFF2-40B4-BE49-F238E27FC236}">
                <a16:creationId xmlns:a16="http://schemas.microsoft.com/office/drawing/2014/main" xmlns="" id="{37BEB9E8-6E87-4AEF-8172-40D34A7B5C24}"/>
              </a:ext>
            </a:extLst>
          </p:cNvPr>
          <p:cNvSpPr>
            <a:spLocks noGrp="1"/>
          </p:cNvSpPr>
          <p:nvPr>
            <p:ph type="subTitle" idx="1"/>
          </p:nvPr>
        </p:nvSpPr>
        <p:spPr/>
        <p:txBody>
          <a:bodyPr/>
          <a:lstStyle/>
          <a:p>
            <a:r>
              <a:rPr lang="hu-HU" dirty="0"/>
              <a:t>Készítették: • </a:t>
            </a:r>
            <a:r>
              <a:rPr lang="hu-HU" dirty="0" err="1"/>
              <a:t>Witmann</a:t>
            </a:r>
            <a:r>
              <a:rPr lang="hu-HU" dirty="0"/>
              <a:t> </a:t>
            </a:r>
            <a:r>
              <a:rPr lang="hu-HU" dirty="0" err="1"/>
              <a:t>bence</a:t>
            </a:r>
            <a:r>
              <a:rPr lang="hu-HU" dirty="0"/>
              <a:t> </a:t>
            </a:r>
            <a:r>
              <a:rPr lang="hu-HU" dirty="0" err="1"/>
              <a:t>zsolt</a:t>
            </a:r>
            <a:endParaRPr lang="hu-HU" dirty="0"/>
          </a:p>
          <a:p>
            <a:r>
              <a:rPr lang="hu-HU" dirty="0"/>
              <a:t> 	       • Budaházi Máté</a:t>
            </a:r>
          </a:p>
        </p:txBody>
      </p:sp>
    </p:spTree>
    <p:extLst>
      <p:ext uri="{BB962C8B-B14F-4D97-AF65-F5344CB8AC3E}">
        <p14:creationId xmlns:p14="http://schemas.microsoft.com/office/powerpoint/2010/main" val="2217568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xmlns="" id="{8E961634-9BD6-4930-8B40-9257A3BEEB4F}"/>
              </a:ext>
            </a:extLst>
          </p:cNvPr>
          <p:cNvSpPr>
            <a:spLocks noGrp="1"/>
          </p:cNvSpPr>
          <p:nvPr>
            <p:ph type="title"/>
          </p:nvPr>
        </p:nvSpPr>
        <p:spPr/>
        <p:txBody>
          <a:bodyPr/>
          <a:lstStyle/>
          <a:p>
            <a:r>
              <a:rPr lang="hu-HU" dirty="0"/>
              <a:t>Mi a </a:t>
            </a:r>
            <a:r>
              <a:rPr lang="hu-HU" dirty="0" err="1"/>
              <a:t>time</a:t>
            </a:r>
            <a:r>
              <a:rPr lang="hu-HU" dirty="0"/>
              <a:t> bank célja?</a:t>
            </a:r>
          </a:p>
        </p:txBody>
      </p:sp>
      <p:sp>
        <p:nvSpPr>
          <p:cNvPr id="3" name="Tartalom helye 2">
            <a:extLst>
              <a:ext uri="{FF2B5EF4-FFF2-40B4-BE49-F238E27FC236}">
                <a16:creationId xmlns:a16="http://schemas.microsoft.com/office/drawing/2014/main" xmlns="" id="{B2BBCEB5-1024-4A82-A679-2EC2DDDC94AB}"/>
              </a:ext>
            </a:extLst>
          </p:cNvPr>
          <p:cNvSpPr>
            <a:spLocks noGrp="1"/>
          </p:cNvSpPr>
          <p:nvPr>
            <p:ph idx="1"/>
          </p:nvPr>
        </p:nvSpPr>
        <p:spPr/>
        <p:txBody>
          <a:bodyPr/>
          <a:lstStyle/>
          <a:p>
            <a:r>
              <a:rPr lang="hu-HU" dirty="0"/>
              <a:t>Szerettünk volna egy olyan weboldalt készíteni, ami segítségével az emberek fejleszthetik magukat, illetve egymást. Célunk egy ökoszisztéma kialakítása és fenntartása, melyben gyakorlatilag ingyen kaphatunk segítséget, és fejleszthetjük saját készségeinket, amivel akár további, az oldalon lévő valutához juthatunk.</a:t>
            </a:r>
          </a:p>
        </p:txBody>
      </p:sp>
    </p:spTree>
    <p:extLst>
      <p:ext uri="{BB962C8B-B14F-4D97-AF65-F5344CB8AC3E}">
        <p14:creationId xmlns:p14="http://schemas.microsoft.com/office/powerpoint/2010/main" val="3544818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xmlns="" id="{5BCDFA6D-9D3A-4841-A026-AA75AD074972}"/>
              </a:ext>
            </a:extLst>
          </p:cNvPr>
          <p:cNvSpPr>
            <a:spLocks noGrp="1"/>
          </p:cNvSpPr>
          <p:nvPr>
            <p:ph type="title"/>
          </p:nvPr>
        </p:nvSpPr>
        <p:spPr/>
        <p:txBody>
          <a:bodyPr/>
          <a:lstStyle/>
          <a:p>
            <a:r>
              <a:rPr lang="hu-HU" dirty="0"/>
              <a:t>Főoldal</a:t>
            </a:r>
          </a:p>
        </p:txBody>
      </p:sp>
      <p:sp>
        <p:nvSpPr>
          <p:cNvPr id="3" name="Tartalom helye 2">
            <a:extLst>
              <a:ext uri="{FF2B5EF4-FFF2-40B4-BE49-F238E27FC236}">
                <a16:creationId xmlns:a16="http://schemas.microsoft.com/office/drawing/2014/main" xmlns="" id="{BC334BA2-25C3-47D2-8BF1-1972D7B40460}"/>
              </a:ext>
            </a:extLst>
          </p:cNvPr>
          <p:cNvSpPr>
            <a:spLocks noGrp="1"/>
          </p:cNvSpPr>
          <p:nvPr>
            <p:ph idx="1"/>
          </p:nvPr>
        </p:nvSpPr>
        <p:spPr/>
        <p:txBody>
          <a:bodyPr/>
          <a:lstStyle/>
          <a:p>
            <a:r>
              <a:rPr lang="hu-HU" dirty="0"/>
              <a:t>A weboldalunkra navigálva </a:t>
            </a:r>
            <a:r>
              <a:rPr lang="hu-HU" dirty="0" err="1"/>
              <a:t>elősször</a:t>
            </a:r>
            <a:r>
              <a:rPr lang="hu-HU" dirty="0"/>
              <a:t> ez az oldal tárul elénk. Lehetőségünk van regisztrálni, vagy belépni az </a:t>
            </a:r>
            <a:r>
              <a:rPr lang="hu-HU" dirty="0" err="1"/>
              <a:t>oldara</a:t>
            </a:r>
            <a:r>
              <a:rPr lang="hu-HU" dirty="0"/>
              <a:t>, ezt követően válik elérhetővé az oldal többi része.</a:t>
            </a:r>
            <a:br>
              <a:rPr lang="hu-HU" dirty="0"/>
            </a:br>
            <a:endParaRPr lang="hu-HU" dirty="0"/>
          </a:p>
        </p:txBody>
      </p:sp>
      <p:pic>
        <p:nvPicPr>
          <p:cNvPr id="4" name="Kép 3">
            <a:extLst>
              <a:ext uri="{FF2B5EF4-FFF2-40B4-BE49-F238E27FC236}">
                <a16:creationId xmlns:a16="http://schemas.microsoft.com/office/drawing/2014/main" xmlns="" id="{925E7347-2FA2-425B-BF08-9A223A2DF567}"/>
              </a:ext>
            </a:extLst>
          </p:cNvPr>
          <p:cNvPicPr>
            <a:picLocks noChangeAspect="1"/>
          </p:cNvPicPr>
          <p:nvPr/>
        </p:nvPicPr>
        <p:blipFill>
          <a:blip r:embed="rId2"/>
          <a:stretch>
            <a:fillRect/>
          </a:stretch>
        </p:blipFill>
        <p:spPr>
          <a:xfrm>
            <a:off x="4134035" y="3429000"/>
            <a:ext cx="5746812" cy="3232582"/>
          </a:xfrm>
          <a:prstGeom prst="rect">
            <a:avLst/>
          </a:prstGeom>
        </p:spPr>
      </p:pic>
    </p:spTree>
    <p:extLst>
      <p:ext uri="{BB962C8B-B14F-4D97-AF65-F5344CB8AC3E}">
        <p14:creationId xmlns:p14="http://schemas.microsoft.com/office/powerpoint/2010/main" val="2514417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xmlns="" id="{9BA603C3-316B-415F-BAE6-007011CBDC13}"/>
              </a:ext>
            </a:extLst>
          </p:cNvPr>
          <p:cNvSpPr>
            <a:spLocks noGrp="1"/>
          </p:cNvSpPr>
          <p:nvPr>
            <p:ph type="title"/>
          </p:nvPr>
        </p:nvSpPr>
        <p:spPr>
          <a:xfrm>
            <a:off x="1062026" y="456472"/>
            <a:ext cx="9905998" cy="1478570"/>
          </a:xfrm>
        </p:spPr>
        <p:txBody>
          <a:bodyPr/>
          <a:lstStyle/>
          <a:p>
            <a:r>
              <a:rPr lang="hu-HU" dirty="0"/>
              <a:t>Bejelentkezés és regisztráció</a:t>
            </a:r>
          </a:p>
        </p:txBody>
      </p:sp>
      <p:pic>
        <p:nvPicPr>
          <p:cNvPr id="4" name="Tartalom helye 3">
            <a:extLst>
              <a:ext uri="{FF2B5EF4-FFF2-40B4-BE49-F238E27FC236}">
                <a16:creationId xmlns:a16="http://schemas.microsoft.com/office/drawing/2014/main" xmlns="" id="{F6AA71A4-B937-4C6B-B2CE-0E20881A7306}"/>
              </a:ext>
            </a:extLst>
          </p:cNvPr>
          <p:cNvPicPr>
            <a:picLocks noGrp="1" noChangeAspect="1"/>
          </p:cNvPicPr>
          <p:nvPr>
            <p:ph idx="1"/>
          </p:nvPr>
        </p:nvPicPr>
        <p:blipFill>
          <a:blip r:embed="rId2"/>
          <a:stretch>
            <a:fillRect/>
          </a:stretch>
        </p:blipFill>
        <p:spPr>
          <a:xfrm>
            <a:off x="1271581" y="2824672"/>
            <a:ext cx="4464755" cy="2511425"/>
          </a:xfrm>
          <a:prstGeom prst="rect">
            <a:avLst/>
          </a:prstGeom>
        </p:spPr>
      </p:pic>
      <p:pic>
        <p:nvPicPr>
          <p:cNvPr id="5" name="Kép 4">
            <a:extLst>
              <a:ext uri="{FF2B5EF4-FFF2-40B4-BE49-F238E27FC236}">
                <a16:creationId xmlns:a16="http://schemas.microsoft.com/office/drawing/2014/main" xmlns="" id="{F61D4094-4987-4204-9B0A-5BF7E6B9D8FD}"/>
              </a:ext>
            </a:extLst>
          </p:cNvPr>
          <p:cNvPicPr>
            <a:picLocks noChangeAspect="1"/>
          </p:cNvPicPr>
          <p:nvPr/>
        </p:nvPicPr>
        <p:blipFill>
          <a:blip r:embed="rId3"/>
          <a:stretch>
            <a:fillRect/>
          </a:stretch>
        </p:blipFill>
        <p:spPr>
          <a:xfrm>
            <a:off x="6455663" y="2824673"/>
            <a:ext cx="4464756" cy="2511425"/>
          </a:xfrm>
          <a:prstGeom prst="rect">
            <a:avLst/>
          </a:prstGeom>
        </p:spPr>
      </p:pic>
      <p:sp>
        <p:nvSpPr>
          <p:cNvPr id="6" name="Szövegdoboz 5"/>
          <p:cNvSpPr txBox="1"/>
          <p:nvPr/>
        </p:nvSpPr>
        <p:spPr>
          <a:xfrm>
            <a:off x="1058966" y="1935042"/>
            <a:ext cx="10804967" cy="461665"/>
          </a:xfrm>
          <a:prstGeom prst="rect">
            <a:avLst/>
          </a:prstGeom>
          <a:noFill/>
        </p:spPr>
        <p:txBody>
          <a:bodyPr wrap="square" rtlCol="0">
            <a:spAutoFit/>
          </a:bodyPr>
          <a:lstStyle/>
          <a:p>
            <a:r>
              <a:rPr lang="hu-HU" sz="2400" dirty="0" smtClean="0"/>
              <a:t>A jelszót minden esetben </a:t>
            </a:r>
            <a:r>
              <a:rPr lang="hu-HU" sz="2400" dirty="0" err="1" smtClean="0"/>
              <a:t>hashelve</a:t>
            </a:r>
            <a:r>
              <a:rPr lang="hu-HU" sz="2400" dirty="0" smtClean="0"/>
              <a:t> kezeljük és tároljuk</a:t>
            </a:r>
            <a:endParaRPr lang="hu-HU" sz="2400" dirty="0"/>
          </a:p>
        </p:txBody>
      </p:sp>
    </p:spTree>
    <p:extLst>
      <p:ext uri="{BB962C8B-B14F-4D97-AF65-F5344CB8AC3E}">
        <p14:creationId xmlns:p14="http://schemas.microsoft.com/office/powerpoint/2010/main" val="732736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xmlns="" id="{0B4A5AE5-1282-4254-90B8-66333BE69BCA}"/>
              </a:ext>
            </a:extLst>
          </p:cNvPr>
          <p:cNvSpPr>
            <a:spLocks noGrp="1"/>
          </p:cNvSpPr>
          <p:nvPr>
            <p:ph type="title"/>
          </p:nvPr>
        </p:nvSpPr>
        <p:spPr/>
        <p:txBody>
          <a:bodyPr/>
          <a:lstStyle/>
          <a:p>
            <a:r>
              <a:rPr lang="hu-HU" dirty="0"/>
              <a:t>Navigációs menü</a:t>
            </a:r>
          </a:p>
        </p:txBody>
      </p:sp>
      <p:sp>
        <p:nvSpPr>
          <p:cNvPr id="3" name="Tartalom helye 2">
            <a:extLst>
              <a:ext uri="{FF2B5EF4-FFF2-40B4-BE49-F238E27FC236}">
                <a16:creationId xmlns:a16="http://schemas.microsoft.com/office/drawing/2014/main" xmlns="" id="{4DAAC951-F547-44F2-B289-B376D97EE48E}"/>
              </a:ext>
            </a:extLst>
          </p:cNvPr>
          <p:cNvSpPr>
            <a:spLocks noGrp="1"/>
          </p:cNvSpPr>
          <p:nvPr>
            <p:ph idx="1"/>
          </p:nvPr>
        </p:nvSpPr>
        <p:spPr>
          <a:xfrm>
            <a:off x="1061513" y="2356019"/>
            <a:ext cx="9905999" cy="3541714"/>
          </a:xfrm>
        </p:spPr>
        <p:txBody>
          <a:bodyPr/>
          <a:lstStyle/>
          <a:p>
            <a:pPr marL="0" indent="0">
              <a:buNone/>
            </a:pPr>
            <a:r>
              <a:rPr lang="hu-HU" dirty="0"/>
              <a:t>Bejelentkezést követően jelennek meg a számunkra releváns menüpontok:</a:t>
            </a:r>
          </a:p>
          <a:p>
            <a:pPr marL="0" indent="0">
              <a:buNone/>
            </a:pPr>
            <a:r>
              <a:rPr lang="hu-HU" dirty="0"/>
              <a:t> </a:t>
            </a:r>
          </a:p>
          <a:p>
            <a:pPr marL="0" indent="0">
              <a:buNone/>
            </a:pPr>
            <a:r>
              <a:rPr lang="hu-HU" dirty="0"/>
              <a:t>Itt navigálhatunk a menüpontok között, láthatjuk az egyenlegünket és jelentkezhetünk ki.</a:t>
            </a:r>
          </a:p>
        </p:txBody>
      </p:sp>
      <p:pic>
        <p:nvPicPr>
          <p:cNvPr id="5" name="Kép 4">
            <a:extLst>
              <a:ext uri="{FF2B5EF4-FFF2-40B4-BE49-F238E27FC236}">
                <a16:creationId xmlns:a16="http://schemas.microsoft.com/office/drawing/2014/main" xmlns="" id="{964D5808-8D35-47A9-8C45-6BEB933E57E2}"/>
              </a:ext>
            </a:extLst>
          </p:cNvPr>
          <p:cNvPicPr>
            <a:picLocks noChangeAspect="1"/>
          </p:cNvPicPr>
          <p:nvPr/>
        </p:nvPicPr>
        <p:blipFill>
          <a:blip r:embed="rId2"/>
          <a:stretch>
            <a:fillRect/>
          </a:stretch>
        </p:blipFill>
        <p:spPr>
          <a:xfrm>
            <a:off x="1141413" y="3074189"/>
            <a:ext cx="8925750" cy="357030"/>
          </a:xfrm>
          <a:prstGeom prst="rect">
            <a:avLst/>
          </a:prstGeom>
        </p:spPr>
      </p:pic>
    </p:spTree>
    <p:extLst>
      <p:ext uri="{BB962C8B-B14F-4D97-AF65-F5344CB8AC3E}">
        <p14:creationId xmlns:p14="http://schemas.microsoft.com/office/powerpoint/2010/main" val="225445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xmlns="" id="{7FAD7E1E-A3C7-4EC1-B014-F018282F2DE6}"/>
              </a:ext>
            </a:extLst>
          </p:cNvPr>
          <p:cNvSpPr>
            <a:spLocks noGrp="1"/>
          </p:cNvSpPr>
          <p:nvPr>
            <p:ph type="title"/>
          </p:nvPr>
        </p:nvSpPr>
        <p:spPr/>
        <p:txBody>
          <a:bodyPr/>
          <a:lstStyle/>
          <a:p>
            <a:r>
              <a:rPr lang="hu-HU" dirty="0"/>
              <a:t>Szolgáltatások</a:t>
            </a:r>
          </a:p>
        </p:txBody>
      </p:sp>
      <p:sp>
        <p:nvSpPr>
          <p:cNvPr id="3" name="Tartalom helye 2">
            <a:extLst>
              <a:ext uri="{FF2B5EF4-FFF2-40B4-BE49-F238E27FC236}">
                <a16:creationId xmlns:a16="http://schemas.microsoft.com/office/drawing/2014/main" xmlns="" id="{F917F852-2C41-4786-B3B9-1145C1E3821C}"/>
              </a:ext>
            </a:extLst>
          </p:cNvPr>
          <p:cNvSpPr>
            <a:spLocks noGrp="1"/>
          </p:cNvSpPr>
          <p:nvPr>
            <p:ph idx="1"/>
          </p:nvPr>
        </p:nvSpPr>
        <p:spPr/>
        <p:txBody>
          <a:bodyPr/>
          <a:lstStyle/>
          <a:p>
            <a:r>
              <a:rPr lang="hu-HU" dirty="0"/>
              <a:t>Bejelentkezés után erre az oldalra kerülünk. Itt van lehetőségünk a szolgáltatásokat megtekinteni, szűrni, illetve megvásárolni.</a:t>
            </a:r>
          </a:p>
        </p:txBody>
      </p:sp>
      <p:pic>
        <p:nvPicPr>
          <p:cNvPr id="4" name="Kép 3">
            <a:extLst>
              <a:ext uri="{FF2B5EF4-FFF2-40B4-BE49-F238E27FC236}">
                <a16:creationId xmlns:a16="http://schemas.microsoft.com/office/drawing/2014/main" xmlns="" id="{38B7552B-2E43-4441-B7A3-A2E05D937A30}"/>
              </a:ext>
            </a:extLst>
          </p:cNvPr>
          <p:cNvPicPr>
            <a:picLocks noChangeAspect="1"/>
          </p:cNvPicPr>
          <p:nvPr/>
        </p:nvPicPr>
        <p:blipFill>
          <a:blip r:embed="rId2"/>
          <a:stretch>
            <a:fillRect/>
          </a:stretch>
        </p:blipFill>
        <p:spPr>
          <a:xfrm>
            <a:off x="2743200" y="3236386"/>
            <a:ext cx="6039773" cy="3397373"/>
          </a:xfrm>
          <a:prstGeom prst="rect">
            <a:avLst/>
          </a:prstGeom>
        </p:spPr>
      </p:pic>
    </p:spTree>
    <p:extLst>
      <p:ext uri="{BB962C8B-B14F-4D97-AF65-F5344CB8AC3E}">
        <p14:creationId xmlns:p14="http://schemas.microsoft.com/office/powerpoint/2010/main" val="556418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Szolgáltatások létrehozása</a:t>
            </a:r>
            <a:endParaRPr lang="hu-HU" dirty="0"/>
          </a:p>
        </p:txBody>
      </p:sp>
      <p:sp>
        <p:nvSpPr>
          <p:cNvPr id="3" name="Tartalom helye 2"/>
          <p:cNvSpPr>
            <a:spLocks noGrp="1"/>
          </p:cNvSpPr>
          <p:nvPr>
            <p:ph idx="1"/>
          </p:nvPr>
        </p:nvSpPr>
        <p:spPr/>
        <p:txBody>
          <a:bodyPr/>
          <a:lstStyle/>
          <a:p>
            <a:r>
              <a:rPr lang="hu-HU" dirty="0" smtClean="0"/>
              <a:t>Erről az oldalról posztolhatunk új szolgáltatást a szükséges mezők kitöltését követően.</a:t>
            </a:r>
            <a:endParaRPr lang="hu-HU" dirty="0"/>
          </a:p>
        </p:txBody>
      </p:sp>
      <p:pic>
        <p:nvPicPr>
          <p:cNvPr id="4" name="Kép 3"/>
          <p:cNvPicPr>
            <a:picLocks noChangeAspect="1"/>
          </p:cNvPicPr>
          <p:nvPr/>
        </p:nvPicPr>
        <p:blipFill>
          <a:blip r:embed="rId2"/>
          <a:stretch>
            <a:fillRect/>
          </a:stretch>
        </p:blipFill>
        <p:spPr>
          <a:xfrm>
            <a:off x="4386805" y="3492882"/>
            <a:ext cx="5299111" cy="2769426"/>
          </a:xfrm>
          <a:prstGeom prst="rect">
            <a:avLst/>
          </a:prstGeom>
        </p:spPr>
      </p:pic>
    </p:spTree>
    <p:extLst>
      <p:ext uri="{BB962C8B-B14F-4D97-AF65-F5344CB8AC3E}">
        <p14:creationId xmlns:p14="http://schemas.microsoft.com/office/powerpoint/2010/main" val="1345526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Profil</a:t>
            </a:r>
            <a:endParaRPr lang="hu-HU" dirty="0"/>
          </a:p>
        </p:txBody>
      </p:sp>
      <p:sp>
        <p:nvSpPr>
          <p:cNvPr id="3" name="Tartalom helye 2"/>
          <p:cNvSpPr>
            <a:spLocks noGrp="1"/>
          </p:cNvSpPr>
          <p:nvPr>
            <p:ph idx="1"/>
          </p:nvPr>
        </p:nvSpPr>
        <p:spPr/>
        <p:txBody>
          <a:bodyPr/>
          <a:lstStyle/>
          <a:p>
            <a:r>
              <a:rPr lang="hu-HU" dirty="0" smtClean="0"/>
              <a:t>Ezen az oldalon törölhetjük, illetve szerkeszthetjük a saját </a:t>
            </a:r>
            <a:r>
              <a:rPr lang="hu-HU" dirty="0" err="1" smtClean="0"/>
              <a:t>szolgáltatásainket</a:t>
            </a:r>
            <a:r>
              <a:rPr lang="hu-HU" dirty="0" smtClean="0"/>
              <a:t>.</a:t>
            </a:r>
            <a:endParaRPr lang="hu-HU" dirty="0"/>
          </a:p>
        </p:txBody>
      </p:sp>
      <p:pic>
        <p:nvPicPr>
          <p:cNvPr id="4" name="Kép 3"/>
          <p:cNvPicPr>
            <a:picLocks noChangeAspect="1"/>
          </p:cNvPicPr>
          <p:nvPr/>
        </p:nvPicPr>
        <p:blipFill>
          <a:blip r:embed="rId2"/>
          <a:stretch>
            <a:fillRect/>
          </a:stretch>
        </p:blipFill>
        <p:spPr>
          <a:xfrm>
            <a:off x="775505" y="3576181"/>
            <a:ext cx="3732836" cy="1943383"/>
          </a:xfrm>
          <a:prstGeom prst="rect">
            <a:avLst/>
          </a:prstGeom>
        </p:spPr>
      </p:pic>
      <p:pic>
        <p:nvPicPr>
          <p:cNvPr id="5" name="Kép 4"/>
          <p:cNvPicPr>
            <a:picLocks noChangeAspect="1"/>
          </p:cNvPicPr>
          <p:nvPr/>
        </p:nvPicPr>
        <p:blipFill>
          <a:blip r:embed="rId3"/>
          <a:stretch>
            <a:fillRect/>
          </a:stretch>
        </p:blipFill>
        <p:spPr>
          <a:xfrm>
            <a:off x="7572762" y="3533792"/>
            <a:ext cx="3759031" cy="1961744"/>
          </a:xfrm>
          <a:prstGeom prst="rect">
            <a:avLst/>
          </a:prstGeom>
        </p:spPr>
      </p:pic>
      <p:pic>
        <p:nvPicPr>
          <p:cNvPr id="6" name="Kép 5"/>
          <p:cNvPicPr>
            <a:picLocks noChangeAspect="1"/>
          </p:cNvPicPr>
          <p:nvPr/>
        </p:nvPicPr>
        <p:blipFill>
          <a:blip r:embed="rId4"/>
          <a:stretch>
            <a:fillRect/>
          </a:stretch>
        </p:blipFill>
        <p:spPr>
          <a:xfrm>
            <a:off x="4616062" y="3368233"/>
            <a:ext cx="2848979" cy="2292863"/>
          </a:xfrm>
          <a:prstGeom prst="rect">
            <a:avLst/>
          </a:prstGeom>
        </p:spPr>
      </p:pic>
    </p:spTree>
    <p:extLst>
      <p:ext uri="{BB962C8B-B14F-4D97-AF65-F5344CB8AC3E}">
        <p14:creationId xmlns:p14="http://schemas.microsoft.com/office/powerpoint/2010/main" val="1320157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Tranzakciók</a:t>
            </a:r>
            <a:endParaRPr lang="hu-HU" dirty="0"/>
          </a:p>
        </p:txBody>
      </p:sp>
      <p:sp>
        <p:nvSpPr>
          <p:cNvPr id="3" name="Tartalom helye 2"/>
          <p:cNvSpPr>
            <a:spLocks noGrp="1"/>
          </p:cNvSpPr>
          <p:nvPr>
            <p:ph idx="1"/>
          </p:nvPr>
        </p:nvSpPr>
        <p:spPr/>
        <p:txBody>
          <a:bodyPr/>
          <a:lstStyle/>
          <a:p>
            <a:r>
              <a:rPr lang="hu-HU" dirty="0" smtClean="0"/>
              <a:t>Itt tekinthetjük meg az összes eddigi tranzakciókat. Legyen szó akár megvásárolt, vagy eladott szolgáltatásokról. Itt is láthatjuk a biztonsági kódunkat, mely segít az átverések minimalizálásában.</a:t>
            </a:r>
            <a:endParaRPr lang="hu-HU" dirty="0"/>
          </a:p>
        </p:txBody>
      </p:sp>
      <p:pic>
        <p:nvPicPr>
          <p:cNvPr id="5" name="Kép 4"/>
          <p:cNvPicPr>
            <a:picLocks noChangeAspect="1"/>
          </p:cNvPicPr>
          <p:nvPr/>
        </p:nvPicPr>
        <p:blipFill>
          <a:blip r:embed="rId2"/>
          <a:stretch>
            <a:fillRect/>
          </a:stretch>
        </p:blipFill>
        <p:spPr>
          <a:xfrm>
            <a:off x="2885774" y="3767559"/>
            <a:ext cx="5600297" cy="2916821"/>
          </a:xfrm>
          <a:prstGeom prst="rect">
            <a:avLst/>
          </a:prstGeom>
        </p:spPr>
      </p:pic>
    </p:spTree>
    <p:extLst>
      <p:ext uri="{BB962C8B-B14F-4D97-AF65-F5344CB8AC3E}">
        <p14:creationId xmlns:p14="http://schemas.microsoft.com/office/powerpoint/2010/main" val="25911112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Áramkör">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TM04033919[[fn=Áramkör]]</Template>
  <TotalTime>14</TotalTime>
  <Words>202</Words>
  <Application>Microsoft Office PowerPoint</Application>
  <PresentationFormat>Szélesvásznú</PresentationFormat>
  <Paragraphs>21</Paragraphs>
  <Slides>9</Slides>
  <Notes>0</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9</vt:i4>
      </vt:variant>
    </vt:vector>
  </HeadingPairs>
  <TitlesOfParts>
    <vt:vector size="13" baseType="lpstr">
      <vt:lpstr>Arial</vt:lpstr>
      <vt:lpstr>Trebuchet MS</vt:lpstr>
      <vt:lpstr>Tw Cen MT</vt:lpstr>
      <vt:lpstr>Áramkör</vt:lpstr>
      <vt:lpstr>Time bank</vt:lpstr>
      <vt:lpstr>Mi a time bank célja?</vt:lpstr>
      <vt:lpstr>Főoldal</vt:lpstr>
      <vt:lpstr>Bejelentkezés és regisztráció</vt:lpstr>
      <vt:lpstr>Navigációs menü</vt:lpstr>
      <vt:lpstr>Szolgáltatások</vt:lpstr>
      <vt:lpstr>Szolgáltatások létrehozása</vt:lpstr>
      <vt:lpstr>Profil</vt:lpstr>
      <vt:lpstr>Tranzakciók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bank</dc:title>
  <dc:creator>Tanuló</dc:creator>
  <cp:lastModifiedBy>Zalán Witmann</cp:lastModifiedBy>
  <cp:revision>9</cp:revision>
  <dcterms:created xsi:type="dcterms:W3CDTF">2025-04-01T10:09:52Z</dcterms:created>
  <dcterms:modified xsi:type="dcterms:W3CDTF">2025-04-06T18:58:51Z</dcterms:modified>
</cp:coreProperties>
</file>